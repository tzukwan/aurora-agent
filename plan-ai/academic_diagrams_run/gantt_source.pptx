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34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EC002-A384-F887-7F72-94C3CB939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905261-496B-5B8C-7070-9071E8587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6EDBB8-9E51-DBBA-240E-3C54A565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A070D-2852-3451-4AC1-DC7DC397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5D251-BE8A-F3D2-6CFD-01B258E7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55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B4BAA-4388-12E9-3BDE-4D53F8E8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E194F4-9066-DF11-F9C0-828B1C97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26CA1-F6F5-EE9D-3A29-716EA11B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D29F0-8314-7F19-2C8A-BC544077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64CCE-2F12-41D4-1478-BC7A5C9A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69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FFA78-4D47-16DA-2AE3-1BBF3371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6C4E2C-8D34-122D-F7CB-338970E8A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58B1D-4904-1EE7-8CBE-26BAC955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75CD0-296B-0D5F-F379-C7EC496A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C810A-427A-C0AD-CBB9-FF0CCFD1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54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E57CF-81A2-ADB6-51B4-88DB12DB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2AA5D6-8316-C0C5-78C4-8D660A16A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92133B-5195-2878-0E86-C58154E42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8D882F-C738-1BCD-4918-EBB668FB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BEBE2D-A01D-8682-401D-563D8C25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4A86D4-D84B-2486-B3F2-31A6D440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14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9784D-B9C0-6C68-61E7-F0931914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8CEE8-1084-D43A-FC10-702E1787A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9F0056-ECAF-E6D7-C261-A6BE8FA28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6D1FB3-DFC9-3DD8-2C1F-DDAADC9B9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355900-41CF-D066-319E-2E9AF927D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838E34-BA4A-EDC8-8317-93E803E3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A949BB-61C1-B801-91D4-1CC93A6B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AB74F0-3F16-C3E3-D1F9-72EDBB0A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44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43BC5-A90D-B9C6-F58D-4708D24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3E691A-483F-4594-1EE2-E99ABF2B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91AA86-04E6-B415-2AA8-5FB72CED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98489E-2E2B-9C1D-7F83-568BB2D5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02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DDF86A-C611-BE8D-5361-0F1B9BCA5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CB9DCA-BC2C-55E1-8AE9-621D3149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1E4D1E-C431-5286-91C0-955450F9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76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179AA-78C5-FBD3-5560-6A10DC13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533B8-5216-413E-80E0-3FAE6820A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987388-5E3C-D68D-87F3-4A5D41370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2BD5A2-BD68-7708-8555-0C7DCB36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0B87C6-1A15-B582-6682-551C1BA3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CC86A3-3A0A-A90F-3986-2C329CC3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78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9DC9A-8E8D-43D2-FE82-75CA3184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761D9A-9385-AC4D-B8FE-CD27BF3FA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72A2E5-18AB-0233-635D-6C6E1D991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725459-30F6-2CDA-7473-A8C50DBD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DCD88-D827-5447-9025-50CED407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EA024C-AFED-BCAA-AAE6-9D7A0A9D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209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72606-ACCC-A00C-ECDD-1AA64462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D1B8EA-A45A-13F9-8CD1-48651E13D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BBB112-9C50-CCBF-5B3D-7497AB96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E51022-1BC2-0305-3DD1-F8BB97BE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23177-F95A-2DBE-940C-5D0DD95C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25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05D1C6-CD42-FDD7-C5E6-447078580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63A869-C27A-7EA7-ECE3-799DAF6BD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58653-FE19-54E5-D7F4-8645DC6D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CF2BC8-F728-94FF-A839-6A297C58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791C6-D109-E0C4-5D42-520B85E3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015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5670B-54C1-F393-8D58-E91FEBC6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7CEA9DCF-8CFA-500B-676E-47CB5CF0FFD6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23F39-7DEF-B794-66F0-FDFCCA94B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1AF8B3-472A-CE28-7856-9D80349C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A42CEA-4A34-2334-39F1-D71186EE2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642A6E-D8EA-CE62-A21A-2D04953B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49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2835B3-A0B5-2B9B-DB7C-0C96B426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CD0303-04C6-8F8C-1A02-624D80EEE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16D245-FC39-FB1C-571B-5D71DAFF9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D8BCC-CC6A-4585-9993-4BBFF78ADC6E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059478-71D1-1766-CF50-1300D2916E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3B67C-D726-6F78-CAD3-49B333E6A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19EB0-3816-4C03-BD0C-F3A3E94B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87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F81960-DC5A-8252-BE7F-8A46EB9CB15E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B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A49D3E-88D9-C45E-C673-551227F2C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2BC44A4E-0F1A-C78C-46DB-E5B78CA75121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BBD3E1-8DAE-5984-55A0-152A3D583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笑脸 5">
            <a:extLst>
              <a:ext uri="{FF2B5EF4-FFF2-40B4-BE49-F238E27FC236}">
                <a16:creationId xmlns:a16="http://schemas.microsoft.com/office/drawing/2014/main" id="{F6CC81BD-E83E-37EF-1CDE-97E78FB23977}"/>
              </a:ext>
            </a:extLst>
          </p:cNvPr>
          <p:cNvSpPr/>
          <p:nvPr/>
        </p:nvSpPr>
        <p:spPr>
          <a:xfrm>
            <a:off x="0" y="171450"/>
            <a:ext cx="2438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项目实施进度甘特图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C401EF3-3C54-3EFC-9BD2-F619822B8B69}"/>
              </a:ext>
            </a:extLst>
          </p:cNvPr>
          <p:cNvCxnSpPr/>
          <p:nvPr/>
        </p:nvCxnSpPr>
        <p:spPr>
          <a:xfrm>
            <a:off x="1905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07E973D-9B92-E271-CB2C-2B1863942124}"/>
              </a:ext>
            </a:extLst>
          </p:cNvPr>
          <p:cNvCxnSpPr/>
          <p:nvPr/>
        </p:nvCxnSpPr>
        <p:spPr>
          <a:xfrm>
            <a:off x="2794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66432BA-2420-D896-C827-169C7F1B4DD9}"/>
              </a:ext>
            </a:extLst>
          </p:cNvPr>
          <p:cNvCxnSpPr/>
          <p:nvPr/>
        </p:nvCxnSpPr>
        <p:spPr>
          <a:xfrm>
            <a:off x="3683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90BB79F-5FE2-20A6-DB80-E515B8AC38D3}"/>
              </a:ext>
            </a:extLst>
          </p:cNvPr>
          <p:cNvCxnSpPr/>
          <p:nvPr/>
        </p:nvCxnSpPr>
        <p:spPr>
          <a:xfrm>
            <a:off x="4572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D6BBFDF-0DA5-1945-B783-864415037147}"/>
              </a:ext>
            </a:extLst>
          </p:cNvPr>
          <p:cNvCxnSpPr/>
          <p:nvPr/>
        </p:nvCxnSpPr>
        <p:spPr>
          <a:xfrm>
            <a:off x="5461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D2DE643-DC20-02C9-339F-3FC0FEA9D309}"/>
              </a:ext>
            </a:extLst>
          </p:cNvPr>
          <p:cNvCxnSpPr/>
          <p:nvPr/>
        </p:nvCxnSpPr>
        <p:spPr>
          <a:xfrm>
            <a:off x="6350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6CE99DD-0485-C452-D09C-EBC0113672D0}"/>
              </a:ext>
            </a:extLst>
          </p:cNvPr>
          <p:cNvCxnSpPr/>
          <p:nvPr/>
        </p:nvCxnSpPr>
        <p:spPr>
          <a:xfrm>
            <a:off x="7239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2A00FD6-F820-04EA-469A-EC76F792BF33}"/>
              </a:ext>
            </a:extLst>
          </p:cNvPr>
          <p:cNvCxnSpPr/>
          <p:nvPr/>
        </p:nvCxnSpPr>
        <p:spPr>
          <a:xfrm>
            <a:off x="8128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73BBE01-1C8F-08B4-64B7-339984B0AD6C}"/>
              </a:ext>
            </a:extLst>
          </p:cNvPr>
          <p:cNvCxnSpPr/>
          <p:nvPr/>
        </p:nvCxnSpPr>
        <p:spPr>
          <a:xfrm>
            <a:off x="9017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BB5AD4A-B122-B2A4-36E1-50937CAE848C}"/>
              </a:ext>
            </a:extLst>
          </p:cNvPr>
          <p:cNvCxnSpPr/>
          <p:nvPr/>
        </p:nvCxnSpPr>
        <p:spPr>
          <a:xfrm>
            <a:off x="9906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BCD31F8-B988-C7F3-D182-A5C3D3A217BB}"/>
              </a:ext>
            </a:extLst>
          </p:cNvPr>
          <p:cNvCxnSpPr/>
          <p:nvPr/>
        </p:nvCxnSpPr>
        <p:spPr>
          <a:xfrm>
            <a:off x="10795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452CFEB-84A0-1FAA-3175-930A4C812ED0}"/>
              </a:ext>
            </a:extLst>
          </p:cNvPr>
          <p:cNvCxnSpPr/>
          <p:nvPr/>
        </p:nvCxnSpPr>
        <p:spPr>
          <a:xfrm>
            <a:off x="11684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ACBAE2E-73DF-8352-2CEF-E42DC36A362E}"/>
              </a:ext>
            </a:extLst>
          </p:cNvPr>
          <p:cNvCxnSpPr/>
          <p:nvPr/>
        </p:nvCxnSpPr>
        <p:spPr>
          <a:xfrm>
            <a:off x="12573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CCDB9C1-D910-9ADB-5B9C-B5378A1B8165}"/>
              </a:ext>
            </a:extLst>
          </p:cNvPr>
          <p:cNvCxnSpPr/>
          <p:nvPr/>
        </p:nvCxnSpPr>
        <p:spPr>
          <a:xfrm>
            <a:off x="13462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C271DC6-2A35-601C-8782-68D46DF33F91}"/>
              </a:ext>
            </a:extLst>
          </p:cNvPr>
          <p:cNvCxnSpPr/>
          <p:nvPr/>
        </p:nvCxnSpPr>
        <p:spPr>
          <a:xfrm>
            <a:off x="14351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B571684-EEE3-3638-618B-89BE452396EE}"/>
              </a:ext>
            </a:extLst>
          </p:cNvPr>
          <p:cNvCxnSpPr/>
          <p:nvPr/>
        </p:nvCxnSpPr>
        <p:spPr>
          <a:xfrm>
            <a:off x="15240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5C7E726-3F7F-1551-29C8-D93DFFFE51A0}"/>
              </a:ext>
            </a:extLst>
          </p:cNvPr>
          <p:cNvCxnSpPr/>
          <p:nvPr/>
        </p:nvCxnSpPr>
        <p:spPr>
          <a:xfrm>
            <a:off x="16129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C382C8E-48CE-50B4-1944-38C969E4980B}"/>
              </a:ext>
            </a:extLst>
          </p:cNvPr>
          <p:cNvCxnSpPr/>
          <p:nvPr/>
        </p:nvCxnSpPr>
        <p:spPr>
          <a:xfrm>
            <a:off x="17018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05DEC5F-01D6-8B14-7698-5AAFACC7C79E}"/>
              </a:ext>
            </a:extLst>
          </p:cNvPr>
          <p:cNvCxnSpPr/>
          <p:nvPr/>
        </p:nvCxnSpPr>
        <p:spPr>
          <a:xfrm>
            <a:off x="17907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9DDC84B-41B9-D3F3-71D4-AEC05CFBE3AF}"/>
              </a:ext>
            </a:extLst>
          </p:cNvPr>
          <p:cNvCxnSpPr/>
          <p:nvPr/>
        </p:nvCxnSpPr>
        <p:spPr>
          <a:xfrm>
            <a:off x="18796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826EC25-4FED-C650-0225-7D6C05A36F29}"/>
              </a:ext>
            </a:extLst>
          </p:cNvPr>
          <p:cNvCxnSpPr/>
          <p:nvPr/>
        </p:nvCxnSpPr>
        <p:spPr>
          <a:xfrm>
            <a:off x="19685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F7F0728-0221-8DB7-259F-3A8A04E0E0EF}"/>
              </a:ext>
            </a:extLst>
          </p:cNvPr>
          <p:cNvCxnSpPr/>
          <p:nvPr/>
        </p:nvCxnSpPr>
        <p:spPr>
          <a:xfrm>
            <a:off x="20574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696D63F-E521-D0A8-C139-185492E45DCB}"/>
              </a:ext>
            </a:extLst>
          </p:cNvPr>
          <p:cNvCxnSpPr/>
          <p:nvPr/>
        </p:nvCxnSpPr>
        <p:spPr>
          <a:xfrm>
            <a:off x="21463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5D8DD1C-935E-4735-8925-512677640FDD}"/>
              </a:ext>
            </a:extLst>
          </p:cNvPr>
          <p:cNvCxnSpPr/>
          <p:nvPr/>
        </p:nvCxnSpPr>
        <p:spPr>
          <a:xfrm>
            <a:off x="22352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86F53A0-358D-6A35-015D-DD813B292D16}"/>
              </a:ext>
            </a:extLst>
          </p:cNvPr>
          <p:cNvCxnSpPr/>
          <p:nvPr/>
        </p:nvCxnSpPr>
        <p:spPr>
          <a:xfrm>
            <a:off x="23241000" y="1333500"/>
            <a:ext cx="0" cy="1123950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4499140-EBAE-FB64-D10B-99B43296041A}"/>
              </a:ext>
            </a:extLst>
          </p:cNvPr>
          <p:cNvCxnSpPr/>
          <p:nvPr/>
        </p:nvCxnSpPr>
        <p:spPr>
          <a:xfrm>
            <a:off x="1905000" y="1333500"/>
            <a:ext cx="21336000" cy="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1D55F8D-70BD-2170-55BF-C83F8D9D7558}"/>
              </a:ext>
            </a:extLst>
          </p:cNvPr>
          <p:cNvCxnSpPr/>
          <p:nvPr/>
        </p:nvCxnSpPr>
        <p:spPr>
          <a:xfrm>
            <a:off x="1905000" y="4143375"/>
            <a:ext cx="21336000" cy="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3F99EAC-78D5-BBE2-7C88-FF58EC9B066B}"/>
              </a:ext>
            </a:extLst>
          </p:cNvPr>
          <p:cNvCxnSpPr/>
          <p:nvPr/>
        </p:nvCxnSpPr>
        <p:spPr>
          <a:xfrm>
            <a:off x="1905000" y="6953250"/>
            <a:ext cx="21336000" cy="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98B8267-E838-6045-4E3A-8047C673F582}"/>
              </a:ext>
            </a:extLst>
          </p:cNvPr>
          <p:cNvCxnSpPr/>
          <p:nvPr/>
        </p:nvCxnSpPr>
        <p:spPr>
          <a:xfrm>
            <a:off x="1905000" y="9763125"/>
            <a:ext cx="21336000" cy="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CB495DA-A9E3-85F8-D4D1-99284676826E}"/>
              </a:ext>
            </a:extLst>
          </p:cNvPr>
          <p:cNvCxnSpPr/>
          <p:nvPr/>
        </p:nvCxnSpPr>
        <p:spPr>
          <a:xfrm>
            <a:off x="1905000" y="12573000"/>
            <a:ext cx="21336000" cy="0"/>
          </a:xfrm>
          <a:prstGeom prst="straightConnector1">
            <a:avLst/>
          </a:prstGeom>
          <a:ln w="1270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笑脸 36">
            <a:extLst>
              <a:ext uri="{FF2B5EF4-FFF2-40B4-BE49-F238E27FC236}">
                <a16:creationId xmlns:a16="http://schemas.microsoft.com/office/drawing/2014/main" id="{9E03CA2B-C87B-7A9C-06BF-0BEC9B2B854A}"/>
              </a:ext>
            </a:extLst>
          </p:cNvPr>
          <p:cNvSpPr/>
          <p:nvPr/>
        </p:nvSpPr>
        <p:spPr>
          <a:xfrm>
            <a:off x="1905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38" name="笑脸 37">
            <a:extLst>
              <a:ext uri="{FF2B5EF4-FFF2-40B4-BE49-F238E27FC236}">
                <a16:creationId xmlns:a16="http://schemas.microsoft.com/office/drawing/2014/main" id="{2E1E85E0-3B19-9F8E-56CD-800901F4913D}"/>
              </a:ext>
            </a:extLst>
          </p:cNvPr>
          <p:cNvSpPr/>
          <p:nvPr/>
        </p:nvSpPr>
        <p:spPr>
          <a:xfrm>
            <a:off x="2794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M2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39" name="笑脸 38">
            <a:extLst>
              <a:ext uri="{FF2B5EF4-FFF2-40B4-BE49-F238E27FC236}">
                <a16:creationId xmlns:a16="http://schemas.microsoft.com/office/drawing/2014/main" id="{0B656765-74D8-417C-95CC-0BC673898A08}"/>
              </a:ext>
            </a:extLst>
          </p:cNvPr>
          <p:cNvSpPr/>
          <p:nvPr/>
        </p:nvSpPr>
        <p:spPr>
          <a:xfrm>
            <a:off x="3683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M3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0" name="笑脸 39">
            <a:extLst>
              <a:ext uri="{FF2B5EF4-FFF2-40B4-BE49-F238E27FC236}">
                <a16:creationId xmlns:a16="http://schemas.microsoft.com/office/drawing/2014/main" id="{2A035D50-0BC6-CB37-D938-89311B4A33ED}"/>
              </a:ext>
            </a:extLst>
          </p:cNvPr>
          <p:cNvSpPr/>
          <p:nvPr/>
        </p:nvSpPr>
        <p:spPr>
          <a:xfrm>
            <a:off x="4572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M4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1" name="笑脸 40">
            <a:extLst>
              <a:ext uri="{FF2B5EF4-FFF2-40B4-BE49-F238E27FC236}">
                <a16:creationId xmlns:a16="http://schemas.microsoft.com/office/drawing/2014/main" id="{5F3574FA-A16B-751A-AC2D-741A576E6F78}"/>
              </a:ext>
            </a:extLst>
          </p:cNvPr>
          <p:cNvSpPr/>
          <p:nvPr/>
        </p:nvSpPr>
        <p:spPr>
          <a:xfrm>
            <a:off x="5461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M5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2" name="笑脸 41">
            <a:extLst>
              <a:ext uri="{FF2B5EF4-FFF2-40B4-BE49-F238E27FC236}">
                <a16:creationId xmlns:a16="http://schemas.microsoft.com/office/drawing/2014/main" id="{6D6A6B5B-36E7-0CE5-98C4-B30F6FC4C155}"/>
              </a:ext>
            </a:extLst>
          </p:cNvPr>
          <p:cNvSpPr/>
          <p:nvPr/>
        </p:nvSpPr>
        <p:spPr>
          <a:xfrm>
            <a:off x="6350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M6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3" name="笑脸 42">
            <a:extLst>
              <a:ext uri="{FF2B5EF4-FFF2-40B4-BE49-F238E27FC236}">
                <a16:creationId xmlns:a16="http://schemas.microsoft.com/office/drawing/2014/main" id="{85EBEDAA-146E-80E4-D11E-8D60D01E2392}"/>
              </a:ext>
            </a:extLst>
          </p:cNvPr>
          <p:cNvSpPr/>
          <p:nvPr/>
        </p:nvSpPr>
        <p:spPr>
          <a:xfrm>
            <a:off x="7239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M7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4" name="笑脸 43">
            <a:extLst>
              <a:ext uri="{FF2B5EF4-FFF2-40B4-BE49-F238E27FC236}">
                <a16:creationId xmlns:a16="http://schemas.microsoft.com/office/drawing/2014/main" id="{DC875DB1-FFB0-8A7C-EFB4-962A6B5F8904}"/>
              </a:ext>
            </a:extLst>
          </p:cNvPr>
          <p:cNvSpPr/>
          <p:nvPr/>
        </p:nvSpPr>
        <p:spPr>
          <a:xfrm>
            <a:off x="8128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M8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5" name="笑脸 44">
            <a:extLst>
              <a:ext uri="{FF2B5EF4-FFF2-40B4-BE49-F238E27FC236}">
                <a16:creationId xmlns:a16="http://schemas.microsoft.com/office/drawing/2014/main" id="{B7E7F873-6727-5C2A-F2F7-100AAED812FC}"/>
              </a:ext>
            </a:extLst>
          </p:cNvPr>
          <p:cNvSpPr/>
          <p:nvPr/>
        </p:nvSpPr>
        <p:spPr>
          <a:xfrm>
            <a:off x="9017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M9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6" name="笑脸 45">
            <a:extLst>
              <a:ext uri="{FF2B5EF4-FFF2-40B4-BE49-F238E27FC236}">
                <a16:creationId xmlns:a16="http://schemas.microsoft.com/office/drawing/2014/main" id="{CAF0BB13-D4FF-9E00-59C9-51A894DA9DF1}"/>
              </a:ext>
            </a:extLst>
          </p:cNvPr>
          <p:cNvSpPr/>
          <p:nvPr/>
        </p:nvSpPr>
        <p:spPr>
          <a:xfrm>
            <a:off x="9906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M10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7" name="笑脸 46">
            <a:extLst>
              <a:ext uri="{FF2B5EF4-FFF2-40B4-BE49-F238E27FC236}">
                <a16:creationId xmlns:a16="http://schemas.microsoft.com/office/drawing/2014/main" id="{B24AFC85-0F32-A40C-C61D-95655A4CE7E4}"/>
              </a:ext>
            </a:extLst>
          </p:cNvPr>
          <p:cNvSpPr/>
          <p:nvPr/>
        </p:nvSpPr>
        <p:spPr>
          <a:xfrm>
            <a:off x="10795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M11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8" name="笑脸 47">
            <a:extLst>
              <a:ext uri="{FF2B5EF4-FFF2-40B4-BE49-F238E27FC236}">
                <a16:creationId xmlns:a16="http://schemas.microsoft.com/office/drawing/2014/main" id="{C2402E51-12A2-35CB-A849-BF1AF212E19C}"/>
              </a:ext>
            </a:extLst>
          </p:cNvPr>
          <p:cNvSpPr/>
          <p:nvPr/>
        </p:nvSpPr>
        <p:spPr>
          <a:xfrm>
            <a:off x="11684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M12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49" name="笑脸 48">
            <a:extLst>
              <a:ext uri="{FF2B5EF4-FFF2-40B4-BE49-F238E27FC236}">
                <a16:creationId xmlns:a16="http://schemas.microsoft.com/office/drawing/2014/main" id="{28585525-756B-171C-5C83-0420C793E14C}"/>
              </a:ext>
            </a:extLst>
          </p:cNvPr>
          <p:cNvSpPr/>
          <p:nvPr/>
        </p:nvSpPr>
        <p:spPr>
          <a:xfrm>
            <a:off x="12573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M13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0" name="笑脸 49">
            <a:extLst>
              <a:ext uri="{FF2B5EF4-FFF2-40B4-BE49-F238E27FC236}">
                <a16:creationId xmlns:a16="http://schemas.microsoft.com/office/drawing/2014/main" id="{2273B50C-9B74-88F7-EAE1-0ABA67CCFDD6}"/>
              </a:ext>
            </a:extLst>
          </p:cNvPr>
          <p:cNvSpPr/>
          <p:nvPr/>
        </p:nvSpPr>
        <p:spPr>
          <a:xfrm>
            <a:off x="13462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M14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1" name="笑脸 50">
            <a:extLst>
              <a:ext uri="{FF2B5EF4-FFF2-40B4-BE49-F238E27FC236}">
                <a16:creationId xmlns:a16="http://schemas.microsoft.com/office/drawing/2014/main" id="{043FC144-6ACC-C4CE-E39C-BF7271DDCC6D}"/>
              </a:ext>
            </a:extLst>
          </p:cNvPr>
          <p:cNvSpPr/>
          <p:nvPr/>
        </p:nvSpPr>
        <p:spPr>
          <a:xfrm>
            <a:off x="14351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M15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2" name="笑脸 51">
            <a:extLst>
              <a:ext uri="{FF2B5EF4-FFF2-40B4-BE49-F238E27FC236}">
                <a16:creationId xmlns:a16="http://schemas.microsoft.com/office/drawing/2014/main" id="{43A7DBD0-AE03-0955-648C-8647697CF854}"/>
              </a:ext>
            </a:extLst>
          </p:cNvPr>
          <p:cNvSpPr/>
          <p:nvPr/>
        </p:nvSpPr>
        <p:spPr>
          <a:xfrm>
            <a:off x="15240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M16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3" name="笑脸 52">
            <a:extLst>
              <a:ext uri="{FF2B5EF4-FFF2-40B4-BE49-F238E27FC236}">
                <a16:creationId xmlns:a16="http://schemas.microsoft.com/office/drawing/2014/main" id="{D6CFFDDE-024D-8EE3-BC98-660AA88901BD}"/>
              </a:ext>
            </a:extLst>
          </p:cNvPr>
          <p:cNvSpPr/>
          <p:nvPr/>
        </p:nvSpPr>
        <p:spPr>
          <a:xfrm>
            <a:off x="16129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M17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4" name="笑脸 53">
            <a:extLst>
              <a:ext uri="{FF2B5EF4-FFF2-40B4-BE49-F238E27FC236}">
                <a16:creationId xmlns:a16="http://schemas.microsoft.com/office/drawing/2014/main" id="{F4110CAA-9E0C-679E-3725-72F52DE0EB4E}"/>
              </a:ext>
            </a:extLst>
          </p:cNvPr>
          <p:cNvSpPr/>
          <p:nvPr/>
        </p:nvSpPr>
        <p:spPr>
          <a:xfrm>
            <a:off x="17018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M18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5" name="笑脸 54">
            <a:extLst>
              <a:ext uri="{FF2B5EF4-FFF2-40B4-BE49-F238E27FC236}">
                <a16:creationId xmlns:a16="http://schemas.microsoft.com/office/drawing/2014/main" id="{EA907FB5-993F-4358-97CF-E3CC60D40E7C}"/>
              </a:ext>
            </a:extLst>
          </p:cNvPr>
          <p:cNvSpPr/>
          <p:nvPr/>
        </p:nvSpPr>
        <p:spPr>
          <a:xfrm>
            <a:off x="17907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M19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6" name="笑脸 55">
            <a:extLst>
              <a:ext uri="{FF2B5EF4-FFF2-40B4-BE49-F238E27FC236}">
                <a16:creationId xmlns:a16="http://schemas.microsoft.com/office/drawing/2014/main" id="{90C96E09-F01B-8A27-0741-EA70BD9B3DFA}"/>
              </a:ext>
            </a:extLst>
          </p:cNvPr>
          <p:cNvSpPr/>
          <p:nvPr/>
        </p:nvSpPr>
        <p:spPr>
          <a:xfrm>
            <a:off x="18796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M20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7" name="笑脸 56">
            <a:extLst>
              <a:ext uri="{FF2B5EF4-FFF2-40B4-BE49-F238E27FC236}">
                <a16:creationId xmlns:a16="http://schemas.microsoft.com/office/drawing/2014/main" id="{AE2F07BB-954E-F498-1AA0-9E89AFF30588}"/>
              </a:ext>
            </a:extLst>
          </p:cNvPr>
          <p:cNvSpPr/>
          <p:nvPr/>
        </p:nvSpPr>
        <p:spPr>
          <a:xfrm>
            <a:off x="19685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M21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8" name="笑脸 57">
            <a:extLst>
              <a:ext uri="{FF2B5EF4-FFF2-40B4-BE49-F238E27FC236}">
                <a16:creationId xmlns:a16="http://schemas.microsoft.com/office/drawing/2014/main" id="{ACA2520E-FF23-C0CB-E9B2-6F61B92684F8}"/>
              </a:ext>
            </a:extLst>
          </p:cNvPr>
          <p:cNvSpPr/>
          <p:nvPr/>
        </p:nvSpPr>
        <p:spPr>
          <a:xfrm>
            <a:off x="20574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M22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59" name="笑脸 58">
            <a:extLst>
              <a:ext uri="{FF2B5EF4-FFF2-40B4-BE49-F238E27FC236}">
                <a16:creationId xmlns:a16="http://schemas.microsoft.com/office/drawing/2014/main" id="{A75E2963-7E3F-DC70-5505-6BB9E366CC9A}"/>
              </a:ext>
            </a:extLst>
          </p:cNvPr>
          <p:cNvSpPr/>
          <p:nvPr/>
        </p:nvSpPr>
        <p:spPr>
          <a:xfrm>
            <a:off x="21463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M23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60" name="笑脸 59">
            <a:extLst>
              <a:ext uri="{FF2B5EF4-FFF2-40B4-BE49-F238E27FC236}">
                <a16:creationId xmlns:a16="http://schemas.microsoft.com/office/drawing/2014/main" id="{31E6C4FB-B700-8623-8713-4E86843ED93B}"/>
              </a:ext>
            </a:extLst>
          </p:cNvPr>
          <p:cNvSpPr/>
          <p:nvPr/>
        </p:nvSpPr>
        <p:spPr>
          <a:xfrm>
            <a:off x="22352000" y="1095375"/>
            <a:ext cx="889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>
                <a:solidFill>
                  <a:srgbClr val="2D2D2D"/>
                </a:solidFill>
                <a:latin typeface="Arial" panose="020B0604020202020204" pitchFamily="34" charset="0"/>
              </a:rPr>
              <a:t>M24</a:t>
            </a:r>
            <a:endParaRPr lang="zh-CN" altLang="en-US" sz="10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1E10729B-A946-9A5E-7C03-F0DD1DB15DA0}"/>
              </a:ext>
            </a:extLst>
          </p:cNvPr>
          <p:cNvSpPr/>
          <p:nvPr/>
        </p:nvSpPr>
        <p:spPr>
          <a:xfrm>
            <a:off x="1943100" y="2035969"/>
            <a:ext cx="5257800" cy="1404937"/>
          </a:xfrm>
          <a:prstGeom prst="roundRect">
            <a:avLst/>
          </a:prstGeom>
          <a:solidFill>
            <a:srgbClr val="D3C0CB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技术研发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8987A146-494B-A8D9-D9DE-2CFEB4E7F6BE}"/>
              </a:ext>
            </a:extLst>
          </p:cNvPr>
          <p:cNvSpPr/>
          <p:nvPr/>
        </p:nvSpPr>
        <p:spPr>
          <a:xfrm>
            <a:off x="4610100" y="4845844"/>
            <a:ext cx="5257800" cy="1404937"/>
          </a:xfrm>
          <a:prstGeom prst="roundRect">
            <a:avLst/>
          </a:prstGeom>
          <a:solidFill>
            <a:srgbClr val="A4B7B7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产品开发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3B5E471-0A0A-D0CC-E13D-1BCE8173E20F}"/>
              </a:ext>
            </a:extLst>
          </p:cNvPr>
          <p:cNvSpPr/>
          <p:nvPr/>
        </p:nvSpPr>
        <p:spPr>
          <a:xfrm>
            <a:off x="7277100" y="7655719"/>
            <a:ext cx="6146800" cy="1404937"/>
          </a:xfrm>
          <a:prstGeom prst="roundRect">
            <a:avLst/>
          </a:prstGeom>
          <a:solidFill>
            <a:srgbClr val="DCE2D8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市场推广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C729232-3B49-F074-039C-002A0F319ADA}"/>
              </a:ext>
            </a:extLst>
          </p:cNvPr>
          <p:cNvSpPr/>
          <p:nvPr/>
        </p:nvSpPr>
        <p:spPr>
          <a:xfrm>
            <a:off x="9944100" y="10465594"/>
            <a:ext cx="7924800" cy="1404937"/>
          </a:xfrm>
          <a:prstGeom prst="roundRect">
            <a:avLst/>
          </a:prstGeom>
          <a:solidFill>
            <a:srgbClr val="AF9A8E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规模运营</a:t>
            </a:r>
          </a:p>
        </p:txBody>
      </p:sp>
      <p:sp>
        <p:nvSpPr>
          <p:cNvPr id="65" name="笑脸 64">
            <a:extLst>
              <a:ext uri="{FF2B5EF4-FFF2-40B4-BE49-F238E27FC236}">
                <a16:creationId xmlns:a16="http://schemas.microsoft.com/office/drawing/2014/main" id="{9B37399E-09EA-2410-5F19-930F6F86489A}"/>
              </a:ext>
            </a:extLst>
          </p:cNvPr>
          <p:cNvSpPr/>
          <p:nvPr/>
        </p:nvSpPr>
        <p:spPr>
          <a:xfrm>
            <a:off x="95250" y="2643188"/>
            <a:ext cx="17145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技术研发</a:t>
            </a:r>
          </a:p>
        </p:txBody>
      </p:sp>
      <p:sp>
        <p:nvSpPr>
          <p:cNvPr id="66" name="笑脸 65">
            <a:extLst>
              <a:ext uri="{FF2B5EF4-FFF2-40B4-BE49-F238E27FC236}">
                <a16:creationId xmlns:a16="http://schemas.microsoft.com/office/drawing/2014/main" id="{3851593E-5544-ABB0-AA91-F49D0D0E3C27}"/>
              </a:ext>
            </a:extLst>
          </p:cNvPr>
          <p:cNvSpPr/>
          <p:nvPr/>
        </p:nvSpPr>
        <p:spPr>
          <a:xfrm>
            <a:off x="95250" y="5453063"/>
            <a:ext cx="17145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产品开发</a:t>
            </a:r>
          </a:p>
        </p:txBody>
      </p:sp>
      <p:sp>
        <p:nvSpPr>
          <p:cNvPr id="67" name="笑脸 66">
            <a:extLst>
              <a:ext uri="{FF2B5EF4-FFF2-40B4-BE49-F238E27FC236}">
                <a16:creationId xmlns:a16="http://schemas.microsoft.com/office/drawing/2014/main" id="{937A62EF-8175-1E58-B79C-462773C0D50E}"/>
              </a:ext>
            </a:extLst>
          </p:cNvPr>
          <p:cNvSpPr/>
          <p:nvPr/>
        </p:nvSpPr>
        <p:spPr>
          <a:xfrm>
            <a:off x="95250" y="8262938"/>
            <a:ext cx="17145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市场推广</a:t>
            </a:r>
          </a:p>
        </p:txBody>
      </p:sp>
      <p:sp>
        <p:nvSpPr>
          <p:cNvPr id="68" name="笑脸 67">
            <a:extLst>
              <a:ext uri="{FF2B5EF4-FFF2-40B4-BE49-F238E27FC236}">
                <a16:creationId xmlns:a16="http://schemas.microsoft.com/office/drawing/2014/main" id="{55F0D8ED-A73B-268F-B07D-43BB6E224BE2}"/>
              </a:ext>
            </a:extLst>
          </p:cNvPr>
          <p:cNvSpPr/>
          <p:nvPr/>
        </p:nvSpPr>
        <p:spPr>
          <a:xfrm>
            <a:off x="95250" y="11072813"/>
            <a:ext cx="17145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规模运营</a:t>
            </a:r>
          </a:p>
        </p:txBody>
      </p:sp>
      <p:sp>
        <p:nvSpPr>
          <p:cNvPr id="69" name="笑脸 68">
            <a:extLst>
              <a:ext uri="{FF2B5EF4-FFF2-40B4-BE49-F238E27FC236}">
                <a16:creationId xmlns:a16="http://schemas.microsoft.com/office/drawing/2014/main" id="{4B97CB88-A43A-6B4B-C866-190CE108389D}"/>
              </a:ext>
            </a:extLst>
          </p:cNvPr>
          <p:cNvSpPr/>
          <p:nvPr/>
        </p:nvSpPr>
        <p:spPr>
          <a:xfrm>
            <a:off x="0" y="13449300"/>
            <a:ext cx="24384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Figure 3  Gantt Chart of Project Implementation Schedule</a:t>
            </a:r>
            <a:endParaRPr lang="zh-CN" altLang="en-US" sz="11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16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自定义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2026-04-12T06:53:12Z</dcterms:created>
  <dcterms:modified xsi:type="dcterms:W3CDTF">2026-04-12T06:53:12Z</dcterms:modified>
</cp:coreProperties>
</file>