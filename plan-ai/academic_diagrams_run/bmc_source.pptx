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7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428E7-D258-E7DC-6D72-6B6C4D87C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154E10-BCC6-0A34-ED8A-FDA43A96E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280DA-D41E-D817-D70A-4F09D844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4A8B05-75EB-E722-16B1-1D630DBD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ED2B88-244C-7C96-FF25-01AD166B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4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6DC0D-1D7E-955B-AD80-CFCA120E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3888D-B66F-8866-6AD9-BEA2003F4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D9F161-B88F-6285-F34D-34F83FAEC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0EA142-5EC7-AC33-01CE-CD599ABEE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CDA51F-A3B5-EBB0-858A-8E0A4CE1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94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87627-C75E-ECA7-C171-5CD683A72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040F9-06E7-E07E-0588-2422D6DA2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B91703-1485-9613-D9DD-D866972C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825B80-DC43-25A7-765C-0ABB2A1E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C9E0F8-26B4-6754-940B-A7B23412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563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27B30-41EC-5E13-5E1E-9D476C50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EB6C83-7690-9A9B-D9E1-B18763922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3A7D3-13E0-39C5-6927-2305C846A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614AE7-6145-3DA0-937B-B6E7C056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8CCC6B-46CD-22B1-EAE3-83D48AA50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3CF292-F0F8-353C-D800-7C3DDB19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5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E29D0-3BAF-B136-3452-92F0B2F2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CEC79-98FF-74E1-D305-965FE0AF4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944A3A-D261-510E-2337-3FBEFB2AE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C02B3C-381D-E64C-7C0D-9424EC8A9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B44EBB-B463-D586-A369-44ABABFA7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D01769-0D82-4F13-8410-F8DE108D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9FAFF6-C57A-607A-D587-B7A85EB7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E74610A-6BD3-19AA-2406-71A38292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797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52707-1D29-00DE-CCC1-2FE7003B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3A7CED-CBAC-EA9B-BE01-44FCA4F5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5C3545-9A65-F6E2-6830-9F7E41FB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3B52E8-C9E5-790E-56D7-BB07F91A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2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47FBC7-234F-3C68-5947-DB9F8066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1D8A9-1653-85F2-D38B-5304E84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936039-7D53-56E6-FDE6-79E8D0F9C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271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445C8-684A-5B90-D60F-A8C5FC07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4B453-3932-3A1E-16B8-235F06B10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72A616-F1F3-CBA1-9260-12C2E4BE5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58275-B2A0-1218-A872-B5FD705F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60B41C-03C7-FE6A-6B54-06C33C6C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67B0FE-215D-4FCC-7E0F-53840CE5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4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3889F-3C61-E685-96B4-9630DCCA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8F5A93-7B97-15FC-D5E4-44C452B79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89ECC7-1031-3C91-5B39-78AC710ED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3B24D8-296D-F641-A414-8D61CDA8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3DAD93-1CAE-1230-5D31-09E76CE1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94F578-916E-8786-309B-F6F93C05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21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E8654-23D8-D5D9-D390-0D1F29EC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97630-8BB1-A728-D707-66750DCD9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3FEDE4-36ED-2538-E1D9-8499D8D1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62A10-C893-7326-E602-F135BE33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D5AB1-23BD-FC9A-3184-2FDB75339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79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D0C46E-BA4C-DBE1-9021-334704AC9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BE4571-F85E-1640-1AD6-813DA840D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E5D9-E686-C536-6654-C5392155D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1EAA52-D83B-A680-812A-08FB4FA5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5393F-CE27-5D18-F95A-96BD90BD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31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ADE76-07FF-BEE5-6F5A-07005DE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CDB88E1E-A08E-1F09-D2B6-A94A27F2647F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4478A8-63DD-3651-2437-DEAFE6586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45211-64F3-9074-CBC2-BB58C726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1B1BAA-0907-D197-8A70-43BC3589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B3760F-458E-D1ED-BE14-6CBFC3FE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19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2EDCE0-163F-224B-BA39-1E5B0DDA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1B7824-0BE9-FD5F-FDAA-4232F5657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E02B1-99C0-5B08-1702-8A3E9CD1F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9D135-EF74-4955-92CE-66FAAB5385DF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3E1C9-36EF-4B5E-FE37-CF7F86F1F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534BC-566D-3B4C-608A-1D8C79C10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6514E-879F-48D7-BE41-53B662F2B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49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B3BA1F1-9B63-C0A8-4C6C-5B3619EAF9D9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984510-FF82-2B23-82F4-A0BCE456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7D9C1F23-839E-90D5-EB5A-E7A6BD51050D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7163C-5642-5075-93FB-A4E80A7BE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156C73B3-7B60-360C-1AB9-B8814FE1E490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商业模式画布 </a:t>
            </a:r>
            <a:r>
              <a:rPr lang="en-US" altLang="zh-CN" sz="2800" b="1">
                <a:solidFill>
                  <a:srgbClr val="2D2D2D"/>
                </a:solidFill>
                <a:latin typeface="Arial" panose="020B0604020202020204" pitchFamily="34" charset="0"/>
              </a:rPr>
              <a:t>(Business Model Canvas)</a:t>
            </a:r>
            <a:endParaRPr lang="zh-CN" altLang="en-US" sz="2800" b="1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A585B49-59B8-34BE-078F-92315B063A87}"/>
              </a:ext>
            </a:extLst>
          </p:cNvPr>
          <p:cNvSpPr/>
          <p:nvPr/>
        </p:nvSpPr>
        <p:spPr>
          <a:xfrm>
            <a:off x="952500" y="1333500"/>
            <a:ext cx="4373880" cy="1162050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笑脸 7">
            <a:extLst>
              <a:ext uri="{FF2B5EF4-FFF2-40B4-BE49-F238E27FC236}">
                <a16:creationId xmlns:a16="http://schemas.microsoft.com/office/drawing/2014/main" id="{0BBEBC3F-4A66-0310-4BCC-7DF68B2A24EB}"/>
              </a:ext>
            </a:extLst>
          </p:cNvPr>
          <p:cNvSpPr/>
          <p:nvPr/>
        </p:nvSpPr>
        <p:spPr>
          <a:xfrm>
            <a:off x="952500" y="1409700"/>
            <a:ext cx="437388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关键合作伙伴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Key Partners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B27324A-2BAB-534A-86D6-6EC833DB26F8}"/>
              </a:ext>
            </a:extLst>
          </p:cNvPr>
          <p:cNvSpPr/>
          <p:nvPr/>
        </p:nvSpPr>
        <p:spPr>
          <a:xfrm>
            <a:off x="5478780" y="1333500"/>
            <a:ext cx="4373880" cy="57340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笑脸 9">
            <a:extLst>
              <a:ext uri="{FF2B5EF4-FFF2-40B4-BE49-F238E27FC236}">
                <a16:creationId xmlns:a16="http://schemas.microsoft.com/office/drawing/2014/main" id="{4FFFD865-9D9C-07AF-9C77-FD3E8DF6921E}"/>
              </a:ext>
            </a:extLst>
          </p:cNvPr>
          <p:cNvSpPr/>
          <p:nvPr/>
        </p:nvSpPr>
        <p:spPr>
          <a:xfrm>
            <a:off x="5478780" y="1409700"/>
            <a:ext cx="437388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关键活动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Key Activities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F1FC051-73C6-0783-AB8E-D026BE2AAB9F}"/>
              </a:ext>
            </a:extLst>
          </p:cNvPr>
          <p:cNvSpPr/>
          <p:nvPr/>
        </p:nvSpPr>
        <p:spPr>
          <a:xfrm>
            <a:off x="5478780" y="7219950"/>
            <a:ext cx="4373880" cy="57340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笑脸 11">
            <a:extLst>
              <a:ext uri="{FF2B5EF4-FFF2-40B4-BE49-F238E27FC236}">
                <a16:creationId xmlns:a16="http://schemas.microsoft.com/office/drawing/2014/main" id="{00C41CB0-BC48-634C-C466-DE2113ABFD05}"/>
              </a:ext>
            </a:extLst>
          </p:cNvPr>
          <p:cNvSpPr/>
          <p:nvPr/>
        </p:nvSpPr>
        <p:spPr>
          <a:xfrm>
            <a:off x="5478780" y="7296150"/>
            <a:ext cx="437388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核心资源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Key Resources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CDCE76-627E-7D59-39AB-56DACF2D00D7}"/>
              </a:ext>
            </a:extLst>
          </p:cNvPr>
          <p:cNvSpPr/>
          <p:nvPr/>
        </p:nvSpPr>
        <p:spPr>
          <a:xfrm>
            <a:off x="10005060" y="1333500"/>
            <a:ext cx="4373879" cy="1162050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笑脸 13">
            <a:extLst>
              <a:ext uri="{FF2B5EF4-FFF2-40B4-BE49-F238E27FC236}">
                <a16:creationId xmlns:a16="http://schemas.microsoft.com/office/drawing/2014/main" id="{6D8CB552-BA60-4DE7-F2A6-4D18D54DDAAF}"/>
              </a:ext>
            </a:extLst>
          </p:cNvPr>
          <p:cNvSpPr/>
          <p:nvPr/>
        </p:nvSpPr>
        <p:spPr>
          <a:xfrm>
            <a:off x="10005060" y="1409700"/>
            <a:ext cx="4373879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价值主张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Value Propositions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CF193AC-E2F0-1B8C-AD59-572970955F11}"/>
              </a:ext>
            </a:extLst>
          </p:cNvPr>
          <p:cNvSpPr/>
          <p:nvPr/>
        </p:nvSpPr>
        <p:spPr>
          <a:xfrm>
            <a:off x="14531339" y="1333500"/>
            <a:ext cx="4373881" cy="57340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笑脸 15">
            <a:extLst>
              <a:ext uri="{FF2B5EF4-FFF2-40B4-BE49-F238E27FC236}">
                <a16:creationId xmlns:a16="http://schemas.microsoft.com/office/drawing/2014/main" id="{06438323-8BA2-374A-0777-81693D70E3A6}"/>
              </a:ext>
            </a:extLst>
          </p:cNvPr>
          <p:cNvSpPr/>
          <p:nvPr/>
        </p:nvSpPr>
        <p:spPr>
          <a:xfrm>
            <a:off x="14531339" y="1409700"/>
            <a:ext cx="4373881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客户关系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Customer Relationships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ED767F5-C6B1-884B-9D49-FF11559D42D9}"/>
              </a:ext>
            </a:extLst>
          </p:cNvPr>
          <p:cNvSpPr/>
          <p:nvPr/>
        </p:nvSpPr>
        <p:spPr>
          <a:xfrm>
            <a:off x="14531339" y="7219950"/>
            <a:ext cx="4373881" cy="5734050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笑脸 17">
            <a:extLst>
              <a:ext uri="{FF2B5EF4-FFF2-40B4-BE49-F238E27FC236}">
                <a16:creationId xmlns:a16="http://schemas.microsoft.com/office/drawing/2014/main" id="{DCA63EFC-2784-5A81-AA00-C75430AB2E7A}"/>
              </a:ext>
            </a:extLst>
          </p:cNvPr>
          <p:cNvSpPr/>
          <p:nvPr/>
        </p:nvSpPr>
        <p:spPr>
          <a:xfrm>
            <a:off x="14531339" y="7296150"/>
            <a:ext cx="4373881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渠道通路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Channels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636A06A-7F3C-D438-EC13-C6B7023B4A41}"/>
              </a:ext>
            </a:extLst>
          </p:cNvPr>
          <p:cNvSpPr/>
          <p:nvPr/>
        </p:nvSpPr>
        <p:spPr>
          <a:xfrm>
            <a:off x="19057620" y="1333500"/>
            <a:ext cx="4373880" cy="11620500"/>
          </a:xfrm>
          <a:prstGeom prst="roundRect">
            <a:avLst/>
          </a:prstGeom>
          <a:solidFill>
            <a:srgbClr val="D7D3E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笑脸 19">
            <a:extLst>
              <a:ext uri="{FF2B5EF4-FFF2-40B4-BE49-F238E27FC236}">
                <a16:creationId xmlns:a16="http://schemas.microsoft.com/office/drawing/2014/main" id="{6135F89C-911A-31F2-96CE-55526D0A9CA2}"/>
              </a:ext>
            </a:extLst>
          </p:cNvPr>
          <p:cNvSpPr/>
          <p:nvPr/>
        </p:nvSpPr>
        <p:spPr>
          <a:xfrm>
            <a:off x="19057620" y="1409700"/>
            <a:ext cx="437388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客户细分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Customer Segments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BF54202-54A4-02D7-5E57-F3B2768E6B99}"/>
              </a:ext>
            </a:extLst>
          </p:cNvPr>
          <p:cNvSpPr/>
          <p:nvPr/>
        </p:nvSpPr>
        <p:spPr>
          <a:xfrm>
            <a:off x="952500" y="13106400"/>
            <a:ext cx="11087100" cy="762000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笑脸 21">
            <a:extLst>
              <a:ext uri="{FF2B5EF4-FFF2-40B4-BE49-F238E27FC236}">
                <a16:creationId xmlns:a16="http://schemas.microsoft.com/office/drawing/2014/main" id="{0034EEF5-11C8-1778-21A5-9989A6FA17D1}"/>
              </a:ext>
            </a:extLst>
          </p:cNvPr>
          <p:cNvSpPr/>
          <p:nvPr/>
        </p:nvSpPr>
        <p:spPr>
          <a:xfrm>
            <a:off x="952500" y="13182600"/>
            <a:ext cx="1108710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成本结构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Cost Structure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834AFB2-2D9A-5A57-E623-AA388AB1A799}"/>
              </a:ext>
            </a:extLst>
          </p:cNvPr>
          <p:cNvSpPr/>
          <p:nvPr/>
        </p:nvSpPr>
        <p:spPr>
          <a:xfrm>
            <a:off x="12192000" y="13106400"/>
            <a:ext cx="10934700" cy="762000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笑脸 23">
            <a:extLst>
              <a:ext uri="{FF2B5EF4-FFF2-40B4-BE49-F238E27FC236}">
                <a16:creationId xmlns:a16="http://schemas.microsoft.com/office/drawing/2014/main" id="{34E35832-BC3E-8BBD-7D6E-288BF52DFE01}"/>
              </a:ext>
            </a:extLst>
          </p:cNvPr>
          <p:cNvSpPr/>
          <p:nvPr/>
        </p:nvSpPr>
        <p:spPr>
          <a:xfrm>
            <a:off x="12192000" y="13182600"/>
            <a:ext cx="10934700" cy="2286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收入来源
</a:t>
            </a:r>
            <a:r>
              <a:rPr lang="en-US" altLang="zh-CN" sz="1300" b="1">
                <a:solidFill>
                  <a:srgbClr val="FFFFFF"/>
                </a:solidFill>
                <a:latin typeface="Arial" panose="020B0604020202020204" pitchFamily="34" charset="0"/>
              </a:rPr>
              <a:t>Revenue Streams</a:t>
            </a:r>
            <a:endParaRPr lang="zh-CN" altLang="en-US" sz="13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5" name="笑脸 24">
            <a:extLst>
              <a:ext uri="{FF2B5EF4-FFF2-40B4-BE49-F238E27FC236}">
                <a16:creationId xmlns:a16="http://schemas.microsoft.com/office/drawing/2014/main" id="{3AB29C4D-6DDC-C84D-C0D1-FCCDEEB33FE5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4  Business Model Canvas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7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2026-04-12T06:53:34Z</dcterms:created>
  <dcterms:modified xsi:type="dcterms:W3CDTF">2026-04-12T06:53:34Z</dcterms:modified>
</cp:coreProperties>
</file>