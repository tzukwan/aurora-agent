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0BC15D-C8B4-4A91-84A9-48CD9708A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A50ADC1-3C39-FC98-F8EE-FEFFFADDF8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89FA7F-4382-D357-C9E6-883B02833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45C92-F8BA-4BE3-BF10-9A9AA22A43F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9F3B3A-A005-3805-5815-112D9A8C2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98D73F-1385-C4F7-19BA-7F0825B8F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D7A3A-D853-451D-AED1-82036D84A3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65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DC0558-F078-9F53-3E66-0F92C504E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EA60E0-C2FD-6AEF-630A-65320D6EE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812F58-68A1-81E8-B931-1BA730CB9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45C92-F8BA-4BE3-BF10-9A9AA22A43F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9AD691-085B-FE86-A5B4-44F796C8E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CAC2C3-8E1C-5121-DF57-E1F4A2150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D7A3A-D853-451D-AED1-82036D84A3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6125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826B37-FEAC-97B5-5CF7-CA88D3B30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334B85-5BD4-4DF0-07AD-2777E3AAD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A574C4-D615-3243-0FE0-292954BE5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45C92-F8BA-4BE3-BF10-9A9AA22A43F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E0F573-EF29-1CF1-30F5-5314B771E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8AA668-858E-D9F5-A970-98B14D0D8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D7A3A-D853-451D-AED1-82036D84A3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486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47B31A-F1FD-5C1F-1704-04CAD3457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5B12BA-DDC3-6F03-DCF0-EF33ABA608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9FA601-005C-B918-BF21-5C082F5FCE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849A1F-7C9D-2863-8915-26B0C5DBE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45C92-F8BA-4BE3-BF10-9A9AA22A43F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667B2A-A13A-86FB-A642-04F42D369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B7D312-7169-DD99-792E-8281BAC92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D7A3A-D853-451D-AED1-82036D84A3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5846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6DE41B-8F7C-33B5-B011-F1E6A88D3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C899A4-A38D-F0AC-A733-E554CBDF9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DD6D79-C300-41ED-1909-B682E6CB3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DE6DA2D-C6E5-9D9C-B4DB-B51DC253BD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9960A50-1232-CA3F-6D4D-FB26E80833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958C5F1-1022-CA60-66E2-096D9D02A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45C92-F8BA-4BE3-BF10-9A9AA22A43F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E6EDEAB-7AB4-DE2D-1CF8-D677661FC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A2AFE44-EAAA-80D5-7C49-7A642AF73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D7A3A-D853-451D-AED1-82036D84A3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4826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DD675A-0862-32F9-E446-BD6E98B24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2E0B0CF-07CE-DBB4-7242-1F214DBA8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45C92-F8BA-4BE3-BF10-9A9AA22A43F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13ED13-5F0D-CBBE-B7C4-C6954794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A52B84C-ABDE-7A24-5682-55E5E780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D7A3A-D853-451D-AED1-82036D84A3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0202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14E5596-C902-5283-2647-71A05F433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45C92-F8BA-4BE3-BF10-9A9AA22A43F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3B35EB1-A226-A421-89D8-F425205E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4E10DA-940D-3C57-42E7-1214FEEEA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D7A3A-D853-451D-AED1-82036D84A3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1278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566083-6F50-5910-2448-D830BB42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737233-C00E-898B-8528-490D73B83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9C0475E-121D-A3EA-382C-530F1D78E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DEF8F0-3FC8-2FC2-ECAF-01AE64B4F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45C92-F8BA-4BE3-BF10-9A9AA22A43F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E72B07-2DA7-8665-DBE0-295C004CB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65C332-90E2-90BA-AD13-CCFCF0311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D7A3A-D853-451D-AED1-82036D84A3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337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573241-BE3E-2B3D-E66D-5D85EB1FA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E6F56-9641-4B53-24F7-33140C03FE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6DD6571-67F3-0F2B-AD50-4659A8EBE3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608328-D414-7E1D-AF67-B7833E63F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45C92-F8BA-4BE3-BF10-9A9AA22A43F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D0AE9D-EDF8-E4DE-9AC4-B168A9797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F6AAA3-1699-A0E0-8C5B-A9301F088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D7A3A-D853-451D-AED1-82036D84A3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2890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637FCB-9657-2670-B3E6-187EA333E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2D3E63B-D585-EC9C-DB9D-39785E438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5BB677-6AA5-B253-FB45-2678560CD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45C92-F8BA-4BE3-BF10-9A9AA22A43F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99629D-CCDF-FACF-1C22-C2F0DE479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451804-166F-EEB1-A6ED-63DEE81ED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D7A3A-D853-451D-AED1-82036D84A3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5245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84F2E69-B2E0-134E-308B-0F513B122B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BAD15E-0CBE-86B1-3594-6D3B66A6D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6AD6DA-9C4E-46DD-D602-77FA9F1ED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45C92-F8BA-4BE3-BF10-9A9AA22A43F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6BA049-B5FB-9F78-03BA-37A8D8064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9097BC-9AC1-2A6D-30EF-FEAA2187D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D7A3A-D853-451D-AED1-82036D84A3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047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AndTx" preserve="1">
  <p:cSld name="标题，图表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5CC7E3-9932-5785-9FD7-36A4B06EF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>
            <a:extLst>
              <a:ext uri="{FF2B5EF4-FFF2-40B4-BE49-F238E27FC236}">
                <a16:creationId xmlns:a16="http://schemas.microsoft.com/office/drawing/2014/main" id="{A4123680-F91A-2550-C0B3-DC426AABC48A}"/>
              </a:ext>
            </a:extLst>
          </p:cNvPr>
          <p:cNvSpPr>
            <a:spLocks noGrp="1"/>
          </p:cNvSpPr>
          <p:nvPr>
            <p:ph type="chart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53E7AB7-57D3-87D6-046B-DB7D2D31A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AB81C3-4B5A-7E40-AB28-853873536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45C92-F8BA-4BE3-BF10-9A9AA22A43F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40B397-C228-2D67-E176-E7D5C7119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A51F64-77C0-261E-F488-B19D60227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D7A3A-D853-451D-AED1-82036D84A3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1092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6E75A30-B813-D1EB-5812-77B6C22A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98D6D1-D2AF-2A35-F181-ADE7D285D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D2A35A-53BE-2291-08A9-EA1E3A01AC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545C92-F8BA-4BE3-BF10-9A9AA22A43F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8A698C-E8AB-B171-145A-E75A9F4ED4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0A5E36-EFB6-6619-5282-BD26ED524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2D7A3A-D853-451D-AED1-82036D84A3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897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6A6E40B-43C6-5E92-2E2A-DEC1B7493E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A2DCF18-6D7C-4327-0D9D-CE001502D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图表占位符 2">
            <a:extLst>
              <a:ext uri="{FF2B5EF4-FFF2-40B4-BE49-F238E27FC236}">
                <a16:creationId xmlns:a16="http://schemas.microsoft.com/office/drawing/2014/main" id="{82B3D9F5-037C-E20D-E373-1936A4071D4C}"/>
              </a:ext>
            </a:extLst>
          </p:cNvPr>
          <p:cNvSpPr>
            <a:spLocks noGrp="1"/>
          </p:cNvSpPr>
          <p:nvPr>
            <p:ph type="chart" sz="half" idx="1"/>
          </p:nvPr>
        </p:nvSpPr>
        <p:spPr/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417CF28-357C-2401-957E-CE3798431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2318BA-CB96-D03A-DD54-71C929031944}"/>
              </a:ext>
            </a:extLst>
          </p:cNvPr>
          <p:cNvSpPr txBox="1"/>
          <p:nvPr/>
        </p:nvSpPr>
        <p:spPr>
          <a:xfrm>
            <a:off x="381000" y="285750"/>
            <a:ext cx="1143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200" b="1">
                <a:solidFill>
                  <a:srgbClr val="3B291E"/>
                </a:solidFill>
                <a:latin typeface="Microsoft YaHei" panose="020B0503020204020204" pitchFamily="34" charset="-122"/>
              </a:rPr>
              <a:t>智言平台技术架构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01338FF-CE24-BD07-AF6B-7D0CB4C1A34C}"/>
              </a:ext>
            </a:extLst>
          </p:cNvPr>
          <p:cNvSpPr/>
          <p:nvPr/>
        </p:nvSpPr>
        <p:spPr>
          <a:xfrm>
            <a:off x="857250" y="1047750"/>
            <a:ext cx="10477500" cy="904875"/>
          </a:xfrm>
          <a:prstGeom prst="roundRect">
            <a:avLst/>
          </a:prstGeom>
          <a:solidFill>
            <a:srgbClr val="1F4E79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用户交互层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9A79108-9AD4-DA55-4388-D6EB601F9D8C}"/>
              </a:ext>
            </a:extLst>
          </p:cNvPr>
          <p:cNvSpPr txBox="1"/>
          <p:nvPr/>
        </p:nvSpPr>
        <p:spPr>
          <a:xfrm>
            <a:off x="857250" y="1543050"/>
            <a:ext cx="10477500" cy="307777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en-US" altLang="zh-CN" sz="1400">
                <a:solidFill>
                  <a:srgbClr val="FFFFFF"/>
                </a:solidFill>
                <a:latin typeface="Microsoft YaHei" panose="020B0503020204020204" pitchFamily="34" charset="-122"/>
              </a:rPr>
              <a:t>Web</a:t>
            </a:r>
            <a:r>
              <a:rPr lang="zh-CN" altLang="en-US" sz="1400">
                <a:solidFill>
                  <a:srgbClr val="FFFFFF"/>
                </a:solidFill>
                <a:latin typeface="Microsoft YaHei" panose="020B0503020204020204" pitchFamily="34" charset="-122"/>
              </a:rPr>
              <a:t>端 </a:t>
            </a:r>
            <a:r>
              <a:rPr lang="en-US" altLang="zh-CN" sz="1400">
                <a:solidFill>
                  <a:srgbClr val="FFFFFF"/>
                </a:solidFill>
                <a:latin typeface="Microsoft YaHei" panose="020B0503020204020204" pitchFamily="34" charset="-122"/>
              </a:rPr>
              <a:t>| </a:t>
            </a:r>
            <a:r>
              <a:rPr lang="zh-CN" altLang="en-US" sz="1400">
                <a:solidFill>
                  <a:srgbClr val="FFFFFF"/>
                </a:solidFill>
                <a:latin typeface="Microsoft YaHei" panose="020B0503020204020204" pitchFamily="34" charset="-122"/>
              </a:rPr>
              <a:t>小程序 </a:t>
            </a:r>
            <a:r>
              <a:rPr lang="en-US" altLang="zh-CN" sz="1400">
                <a:solidFill>
                  <a:srgbClr val="FFFFFF"/>
                </a:solidFill>
                <a:latin typeface="Microsoft YaHei" panose="020B0503020204020204" pitchFamily="34" charset="-122"/>
              </a:rPr>
              <a:t>| API</a:t>
            </a:r>
            <a:r>
              <a:rPr lang="zh-CN" altLang="en-US" sz="1400">
                <a:solidFill>
                  <a:srgbClr val="FFFFFF"/>
                </a:solidFill>
                <a:latin typeface="Microsoft YaHei" panose="020B0503020204020204" pitchFamily="34" charset="-122"/>
              </a:rPr>
              <a:t>接口 </a:t>
            </a:r>
            <a:r>
              <a:rPr lang="en-US" altLang="zh-CN" sz="1400">
                <a:solidFill>
                  <a:srgbClr val="FFFFFF"/>
                </a:solidFill>
                <a:latin typeface="Microsoft YaHei" panose="020B0503020204020204" pitchFamily="34" charset="-122"/>
              </a:rPr>
              <a:t>| </a:t>
            </a:r>
            <a:r>
              <a:rPr lang="zh-CN" altLang="en-US" sz="1400">
                <a:solidFill>
                  <a:srgbClr val="FFFFFF"/>
                </a:solidFill>
                <a:latin typeface="Microsoft YaHei" panose="020B0503020204020204" pitchFamily="34" charset="-122"/>
              </a:rPr>
              <a:t>管理后台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EC30C0E-562D-11E7-5A9A-A8D803FE224A}"/>
              </a:ext>
            </a:extLst>
          </p:cNvPr>
          <p:cNvSpPr/>
          <p:nvPr/>
        </p:nvSpPr>
        <p:spPr>
          <a:xfrm>
            <a:off x="857250" y="2238375"/>
            <a:ext cx="10477500" cy="904875"/>
          </a:xfrm>
          <a:prstGeom prst="roundRect">
            <a:avLst/>
          </a:prstGeom>
          <a:solidFill>
            <a:srgbClr val="5B9BD5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业务应用层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0B5CCD9-E8D3-3B03-5516-8003C58C879A}"/>
              </a:ext>
            </a:extLst>
          </p:cNvPr>
          <p:cNvSpPr txBox="1"/>
          <p:nvPr/>
        </p:nvSpPr>
        <p:spPr>
          <a:xfrm>
            <a:off x="857250" y="2733675"/>
            <a:ext cx="10477500" cy="307777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zh-CN" altLang="en-US" sz="1400">
                <a:solidFill>
                  <a:srgbClr val="FFFFFF"/>
                </a:solidFill>
                <a:latin typeface="Microsoft YaHei" panose="020B0503020204020204" pitchFamily="34" charset="-122"/>
              </a:rPr>
              <a:t>智能客服 </a:t>
            </a:r>
            <a:r>
              <a:rPr lang="en-US" altLang="zh-CN" sz="1400">
                <a:solidFill>
                  <a:srgbClr val="FFFFFF"/>
                </a:solidFill>
                <a:latin typeface="Microsoft YaHei" panose="020B0503020204020204" pitchFamily="34" charset="-122"/>
              </a:rPr>
              <a:t>| </a:t>
            </a:r>
            <a:r>
              <a:rPr lang="zh-CN" altLang="en-US" sz="1400">
                <a:solidFill>
                  <a:srgbClr val="FFFFFF"/>
                </a:solidFill>
                <a:latin typeface="Microsoft YaHei" panose="020B0503020204020204" pitchFamily="34" charset="-122"/>
              </a:rPr>
              <a:t>知识问答 </a:t>
            </a:r>
            <a:r>
              <a:rPr lang="en-US" altLang="zh-CN" sz="1400">
                <a:solidFill>
                  <a:srgbClr val="FFFFFF"/>
                </a:solidFill>
                <a:latin typeface="Microsoft YaHei" panose="020B0503020204020204" pitchFamily="34" charset="-122"/>
              </a:rPr>
              <a:t>| </a:t>
            </a:r>
            <a:r>
              <a:rPr lang="zh-CN" altLang="en-US" sz="1400">
                <a:solidFill>
                  <a:srgbClr val="FFFFFF"/>
                </a:solidFill>
                <a:latin typeface="Microsoft YaHei" panose="020B0503020204020204" pitchFamily="34" charset="-122"/>
              </a:rPr>
              <a:t>内容生成 </a:t>
            </a:r>
            <a:r>
              <a:rPr lang="en-US" altLang="zh-CN" sz="1400">
                <a:solidFill>
                  <a:srgbClr val="FFFFFF"/>
                </a:solidFill>
                <a:latin typeface="Microsoft YaHei" panose="020B0503020204020204" pitchFamily="34" charset="-122"/>
              </a:rPr>
              <a:t>| </a:t>
            </a:r>
            <a:r>
              <a:rPr lang="zh-CN" altLang="en-US" sz="1400">
                <a:solidFill>
                  <a:srgbClr val="FFFFFF"/>
                </a:solidFill>
                <a:latin typeface="Microsoft YaHei" panose="020B0503020204020204" pitchFamily="34" charset="-122"/>
              </a:rPr>
              <a:t>数据分析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A945FB2-FB33-2986-C097-65F105CACE5E}"/>
              </a:ext>
            </a:extLst>
          </p:cNvPr>
          <p:cNvSpPr/>
          <p:nvPr/>
        </p:nvSpPr>
        <p:spPr>
          <a:xfrm>
            <a:off x="857250" y="3429000"/>
            <a:ext cx="10477500" cy="904875"/>
          </a:xfrm>
          <a:prstGeom prst="roundRect">
            <a:avLst/>
          </a:prstGeom>
          <a:solidFill>
            <a:srgbClr val="70AD47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模型引擎层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E1C6D05-4144-F31E-1C24-7DD8E8844E51}"/>
              </a:ext>
            </a:extLst>
          </p:cNvPr>
          <p:cNvSpPr txBox="1"/>
          <p:nvPr/>
        </p:nvSpPr>
        <p:spPr>
          <a:xfrm>
            <a:off x="857250" y="3924300"/>
            <a:ext cx="10477500" cy="307777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zh-CN" altLang="en-US" sz="1400">
                <a:solidFill>
                  <a:srgbClr val="FFFFFF"/>
                </a:solidFill>
                <a:latin typeface="Microsoft YaHei" panose="020B0503020204020204" pitchFamily="34" charset="-122"/>
              </a:rPr>
              <a:t>基座大模型 </a:t>
            </a:r>
            <a:r>
              <a:rPr lang="en-US" altLang="zh-CN" sz="1400">
                <a:solidFill>
                  <a:srgbClr val="FFFFFF"/>
                </a:solidFill>
                <a:latin typeface="Microsoft YaHei" panose="020B0503020204020204" pitchFamily="34" charset="-122"/>
              </a:rPr>
              <a:t>| </a:t>
            </a:r>
            <a:r>
              <a:rPr lang="zh-CN" altLang="en-US" sz="1400">
                <a:solidFill>
                  <a:srgbClr val="FFFFFF"/>
                </a:solidFill>
                <a:latin typeface="Microsoft YaHei" panose="020B0503020204020204" pitchFamily="34" charset="-122"/>
              </a:rPr>
              <a:t>领域微调 </a:t>
            </a:r>
            <a:r>
              <a:rPr lang="en-US" altLang="zh-CN" sz="1400">
                <a:solidFill>
                  <a:srgbClr val="FFFFFF"/>
                </a:solidFill>
                <a:latin typeface="Microsoft YaHei" panose="020B0503020204020204" pitchFamily="34" charset="-122"/>
              </a:rPr>
              <a:t>| RAG</a:t>
            </a:r>
            <a:r>
              <a:rPr lang="zh-CN" altLang="en-US" sz="1400">
                <a:solidFill>
                  <a:srgbClr val="FFFFFF"/>
                </a:solidFill>
                <a:latin typeface="Microsoft YaHei" panose="020B0503020204020204" pitchFamily="34" charset="-122"/>
              </a:rPr>
              <a:t>检索 </a:t>
            </a:r>
            <a:r>
              <a:rPr lang="en-US" altLang="zh-CN" sz="1400">
                <a:solidFill>
                  <a:srgbClr val="FFFFFF"/>
                </a:solidFill>
                <a:latin typeface="Microsoft YaHei" panose="020B0503020204020204" pitchFamily="34" charset="-122"/>
              </a:rPr>
              <a:t>| </a:t>
            </a:r>
            <a:r>
              <a:rPr lang="zh-CN" altLang="en-US" sz="1400">
                <a:solidFill>
                  <a:srgbClr val="FFFFFF"/>
                </a:solidFill>
                <a:latin typeface="Microsoft YaHei" panose="020B0503020204020204" pitchFamily="34" charset="-122"/>
              </a:rPr>
              <a:t>推理加速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02A1362-4134-0523-ACE1-016A818EEA55}"/>
              </a:ext>
            </a:extLst>
          </p:cNvPr>
          <p:cNvSpPr/>
          <p:nvPr/>
        </p:nvSpPr>
        <p:spPr>
          <a:xfrm>
            <a:off x="857250" y="4619625"/>
            <a:ext cx="10477500" cy="904875"/>
          </a:xfrm>
          <a:prstGeom prst="roundRect">
            <a:avLst/>
          </a:prstGeom>
          <a:solidFill>
            <a:srgbClr val="A5A5A5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基础设施层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4A6876B-9FB0-5F84-1B0B-21DDB7C8D6FA}"/>
              </a:ext>
            </a:extLst>
          </p:cNvPr>
          <p:cNvSpPr txBox="1"/>
          <p:nvPr/>
        </p:nvSpPr>
        <p:spPr>
          <a:xfrm>
            <a:off x="857250" y="5114925"/>
            <a:ext cx="10477500" cy="307777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zh-CN" altLang="en-US" sz="1400">
                <a:solidFill>
                  <a:srgbClr val="FFFFFF"/>
                </a:solidFill>
                <a:latin typeface="Microsoft YaHei" panose="020B0503020204020204" pitchFamily="34" charset="-122"/>
              </a:rPr>
              <a:t>国产化算力 </a:t>
            </a:r>
            <a:r>
              <a:rPr lang="en-US" altLang="zh-CN" sz="1400">
                <a:solidFill>
                  <a:srgbClr val="FFFFFF"/>
                </a:solidFill>
                <a:latin typeface="Microsoft YaHei" panose="020B0503020204020204" pitchFamily="34" charset="-122"/>
              </a:rPr>
              <a:t>| </a:t>
            </a:r>
            <a:r>
              <a:rPr lang="zh-CN" altLang="en-US" sz="1400">
                <a:solidFill>
                  <a:srgbClr val="FFFFFF"/>
                </a:solidFill>
                <a:latin typeface="Microsoft YaHei" panose="020B0503020204020204" pitchFamily="34" charset="-122"/>
              </a:rPr>
              <a:t>容器编排 </a:t>
            </a:r>
            <a:r>
              <a:rPr lang="en-US" altLang="zh-CN" sz="1400">
                <a:solidFill>
                  <a:srgbClr val="FFFFFF"/>
                </a:solidFill>
                <a:latin typeface="Microsoft YaHei" panose="020B0503020204020204" pitchFamily="34" charset="-122"/>
              </a:rPr>
              <a:t>| </a:t>
            </a:r>
            <a:r>
              <a:rPr lang="zh-CN" altLang="en-US" sz="1400">
                <a:solidFill>
                  <a:srgbClr val="FFFFFF"/>
                </a:solidFill>
                <a:latin typeface="Microsoft YaHei" panose="020B0503020204020204" pitchFamily="34" charset="-122"/>
              </a:rPr>
              <a:t>安全网关 </a:t>
            </a:r>
            <a:r>
              <a:rPr lang="en-US" altLang="zh-CN" sz="1400">
                <a:solidFill>
                  <a:srgbClr val="FFFFFF"/>
                </a:solidFill>
                <a:latin typeface="Microsoft YaHei" panose="020B0503020204020204" pitchFamily="34" charset="-122"/>
              </a:rPr>
              <a:t>| </a:t>
            </a:r>
            <a:r>
              <a:rPr lang="zh-CN" altLang="en-US" sz="1400">
                <a:solidFill>
                  <a:srgbClr val="FFFFFF"/>
                </a:solidFill>
                <a:latin typeface="Microsoft YaHei" panose="020B0503020204020204" pitchFamily="34" charset="-122"/>
              </a:rPr>
              <a:t>监控运维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03BB7C9-6E7C-E600-82BE-4B800BE72476}"/>
              </a:ext>
            </a:extLst>
          </p:cNvPr>
          <p:cNvCxnSpPr/>
          <p:nvPr/>
        </p:nvCxnSpPr>
        <p:spPr>
          <a:xfrm>
            <a:off x="6096000" y="1952625"/>
            <a:ext cx="0" cy="285750"/>
          </a:xfrm>
          <a:prstGeom prst="straightConnector1">
            <a:avLst/>
          </a:prstGeom>
          <a:ln w="25400">
            <a:solidFill>
              <a:srgbClr val="333333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26895993-9F93-C576-9C97-1CCB358E4342}"/>
              </a:ext>
            </a:extLst>
          </p:cNvPr>
          <p:cNvCxnSpPr/>
          <p:nvPr/>
        </p:nvCxnSpPr>
        <p:spPr>
          <a:xfrm>
            <a:off x="6096000" y="3143250"/>
            <a:ext cx="0" cy="285750"/>
          </a:xfrm>
          <a:prstGeom prst="straightConnector1">
            <a:avLst/>
          </a:prstGeom>
          <a:ln w="25400">
            <a:solidFill>
              <a:srgbClr val="333333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287B101-2FA6-ED6B-0A86-7B6523F67B95}"/>
              </a:ext>
            </a:extLst>
          </p:cNvPr>
          <p:cNvCxnSpPr/>
          <p:nvPr/>
        </p:nvCxnSpPr>
        <p:spPr>
          <a:xfrm>
            <a:off x="6096000" y="4333875"/>
            <a:ext cx="0" cy="285750"/>
          </a:xfrm>
          <a:prstGeom prst="straightConnector1">
            <a:avLst/>
          </a:prstGeom>
          <a:ln w="25400">
            <a:solidFill>
              <a:srgbClr val="333333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8080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Microsoft Office PowerPoint</Application>
  <PresentationFormat>宽屏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佳琪 陈</dc:creator>
  <cp:lastModifiedBy>佳琪 陈</cp:lastModifiedBy>
  <cp:revision>1</cp:revision>
  <dcterms:created xsi:type="dcterms:W3CDTF">2026-04-12T06:22:46Z</dcterms:created>
  <dcterms:modified xsi:type="dcterms:W3CDTF">2026-04-12T06:22:46Z</dcterms:modified>
</cp:coreProperties>
</file>